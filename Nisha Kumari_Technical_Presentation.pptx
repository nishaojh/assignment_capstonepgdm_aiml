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  <p:sldId id="268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6635"/>
    <p:restoredTop sz="94692"/>
  </p:normalViewPr>
  <p:slideViewPr>
    <p:cSldViewPr snapToGrid="0" snapToObjects="1">
      <p:cViewPr varScale="1">
        <p:scale>
          <a:sx n="80" d="100"/>
          <a:sy n="80" d="100"/>
        </p:scale>
        <p:origin x="184" y="7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5327" y="695742"/>
            <a:ext cx="8229600" cy="3009983"/>
          </a:xfrm>
        </p:spPr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Capstone Project 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 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 Dropout Prediction using Machine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1264" y="4186990"/>
            <a:ext cx="8229600" cy="2540752"/>
          </a:xfrm>
        </p:spPr>
        <p:txBody>
          <a:bodyPr/>
          <a:lstStyle/>
          <a:p>
            <a:pPr marL="0" indent="0" algn="ctr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</a:t>
            </a:r>
          </a:p>
          <a:p>
            <a:pPr marL="0" indent="0" algn="ctr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Nisha Kumari</a:t>
            </a:r>
          </a:p>
          <a:p>
            <a:pPr marL="0" indent="0" algn="ctr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Course – PGDM AI &amp; ML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141368" cy="4525963"/>
          </a:xfrm>
        </p:spPr>
        <p:txBody>
          <a:bodyPr>
            <a:normAutofit/>
          </a:bodyPr>
          <a:lstStyle/>
          <a:p>
            <a:pPr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 dropout is a major challenge in educational institutions, affecting student success and institutional performance.</a:t>
            </a:r>
          </a:p>
          <a:p>
            <a:pPr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aims to develop a machine learning model to predict whether a student is likely to drop out based on their academic, financial status and time spent on studies.</a:t>
            </a:r>
          </a:p>
          <a:p>
            <a:pPr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enable early identification of at-risk students and support timely intervention.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 Context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Dropout leads to financial and reputational loss for the students and educational institutions.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Institutions need early warning systems to provide proper counselling to students before they risk dropping out. 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Data-driven decision-making can improve retention and save time.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Science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Type: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Binary Classification Problem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Target Variable: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Dropout (0 = No, 1 = Yes)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just"/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Success metrics to decide which model works well are: 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Accuracy 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Precision 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Recall (most important) because if the value of recall is low, it means very few data points have been taken into consideration.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F1-score 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ROC-AUC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Kaggle dataset, 10,000 records, academic + demographic features.</a:t>
            </a:r>
          </a:p>
          <a:p>
            <a:pPr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https://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www.kaggle.com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/datasets/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meharshanali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/student-dropout-prediction-dataset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</a:t>
            </a:r>
            <a:r>
              <a:rPr lang="en-I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Preprocessing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Missing values handled using median (numerical) and mode (categorical) 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Duplicate records removed if any 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Categorical variables encoded using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OneHotEncoder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Numerical features scaled using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StandardScaler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results in clean and structured dataset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Exploratory Data Analysis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Correlation heatmap used to identify relationships to show which features are more relevant and which are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neagtively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corelated. 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Boxplots used to compare dropout vs non-dropout groups </a:t>
            </a:r>
          </a:p>
          <a:p>
            <a:pPr marL="0" indent="0" algn="just">
              <a:buNone/>
            </a:pP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Insights: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GPA strongly negatively correlated with dropout 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Stress positively correlated with dropout 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Attendance has a moderate influence. 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Engineering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Created new features: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GPA_Avg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Academic Performance, Stress Ratio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Removed highly correlated features (CGPA, Semester GPA)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Reduced multicollinearity </a:t>
            </a:r>
          </a:p>
          <a:p>
            <a:pPr marL="0" indent="0">
              <a:buNone/>
            </a:pP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PCA: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Applied PCA (95% variance retained)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feature reduction required → features already informative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Models used: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Logistic Regression (baseline)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Random Forest (ensemble model) </a:t>
            </a:r>
          </a:p>
          <a:p>
            <a:pPr marL="0" indent="0">
              <a:buNone/>
            </a:pP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Approach: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Train-test split (80:20)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Pipeline used for reproducibility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Performance 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Logistic Regression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performed best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(Accuracy 81%, Recall improved to 68%)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when the threshold was reduced to 0.3. </a:t>
            </a:r>
          </a:p>
          <a:p>
            <a:r>
              <a:rPr lang="en-IN" sz="2400" b="0" i="0" dirty="0">
                <a:solidFill>
                  <a:srgbClr val="1F1F1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Lowering the threshold increases recall by identifying more dropout cases, which is desirable in this problem.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Explainability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&amp; Fairness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SHAP: </a:t>
            </a:r>
          </a:p>
          <a:p>
            <a:pPr algn="just"/>
            <a:r>
              <a:rPr lang="en-IN" sz="2600" b="0" i="0" dirty="0">
                <a:solidFill>
                  <a:srgbClr val="1F1F1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SHAP bar plot confirms these findings by ranking features based on their average contribution to the model output.</a:t>
            </a:r>
          </a:p>
          <a:p>
            <a:pPr algn="just"/>
            <a:r>
              <a:rPr lang="en-IN" sz="2600" b="0" i="0" dirty="0">
                <a:solidFill>
                  <a:srgbClr val="1F1F1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SHAP analysis aligns with the domain I have chosen, as academic performance and psychological factors are known to be critical determinants of student retention.</a:t>
            </a:r>
            <a:endParaRPr lang="en-IN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GPA is the most important feature. Stress and attendance are also significant </a:t>
            </a:r>
          </a:p>
          <a:p>
            <a:pPr marL="0" indent="0" algn="just">
              <a:buNone/>
            </a:pPr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Fairness:</a:t>
            </a:r>
            <a:endParaRPr lang="en-IN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Gender → no significant bias 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Scholarship → slight variation 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Best model: Logistic Regression with threshold tuning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drivers: GPA, Stress, Attendance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effectively identifies at-risk students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211</TotalTime>
  <Words>510</Words>
  <Application>Microsoft Macintosh PowerPoint</Application>
  <PresentationFormat>On-screen Show (4:3)</PresentationFormat>
  <Paragraphs>69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Times New Roman</vt:lpstr>
      <vt:lpstr>Office Theme</vt:lpstr>
      <vt:lpstr>Capstone Project  on  Student Dropout Prediction using Machine Learning</vt:lpstr>
      <vt:lpstr>Problem Statement</vt:lpstr>
      <vt:lpstr>Business Context</vt:lpstr>
      <vt:lpstr>Data Science Problem</vt:lpstr>
      <vt:lpstr>Dataset Overview</vt:lpstr>
      <vt:lpstr>Data Preprocessing</vt:lpstr>
      <vt:lpstr>Exploratory Data Analysis</vt:lpstr>
      <vt:lpstr>Feature Engineering</vt:lpstr>
      <vt:lpstr>Models Used</vt:lpstr>
      <vt:lpstr>Model Performance </vt:lpstr>
      <vt:lpstr>Explainability &amp; Fairness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Capstone Project  on  Student Dropout Prediction using Machine Learning</dc:title>
  <dc:subject/>
  <dc:creator/>
  <cp:keywords/>
  <dc:description>generated using python-pptx</dc:description>
  <cp:lastModifiedBy>Nisha Kumari</cp:lastModifiedBy>
  <cp:revision>2</cp:revision>
  <dcterms:created xsi:type="dcterms:W3CDTF">2013-01-27T09:14:16Z</dcterms:created>
  <dcterms:modified xsi:type="dcterms:W3CDTF">2026-03-30T06:31:54Z</dcterms:modified>
  <cp:category/>
</cp:coreProperties>
</file>